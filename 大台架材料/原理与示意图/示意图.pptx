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846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D1B28-4F2D-41F5-88A9-CC5AA6CB80A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5A32F1-781C-440D-A8C0-D255897E9A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83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5A32F1-781C-440D-A8C0-D255897E9AA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42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0C159-3930-480F-9E4F-B45730E3C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95093A-11C0-4B99-9E80-877763EB4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71AD9-B6B8-4419-BD44-0D30F682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528ACE-9C62-430A-899E-232642CE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2F3698-488D-4FCA-B592-4D7063AF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58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5D1BC-7E75-4CC0-BD0D-456115FD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53761-F55A-4B67-A206-659E456FB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4FC30B-BE5F-4A5A-A4BF-2178B590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B5CE2-A33F-4523-B238-8CC25ECF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94502D-7A41-4061-8DBF-8603AE07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01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16C8D-5440-4798-B763-AE71C1A0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497F2C-8ACB-4CBB-80F9-0527E5F5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3BE9DA-9F9E-4EA9-A86A-4DD5ABD5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3ED794-45F9-4F29-83D8-F184A8AF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AB324E-2992-4F3D-96BB-D74B6064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89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0801A-3ACD-422B-97B1-9583B420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297888-3E0F-43AD-BE65-D456C2D13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34D2F1-8320-4469-B719-0894C1DD4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13362-F446-4FB5-A435-322E1DCE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31446D-EB36-449C-8166-F9EF7205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EC34C5-62BF-486B-A1F0-FE11E6B5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35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F9295-F848-4978-A636-8F751EA7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7F9F4-0F25-4244-A5B0-4D30ECE7B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54B026-DA8E-4ED3-B6D6-4B9FA448B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3CC7DA-269E-4AF4-B022-0B6AFC618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4F7C16-0912-4DF2-B36A-ADF38FBDE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A24D8-F627-470E-918F-57A9D39A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ABCC7-028F-4490-B49D-ECDC1371F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582F2E-378A-471E-BD5D-A4055EA2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56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4DC9A-08FD-49B5-8C2C-348F68E2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302AAC-A512-484A-90DF-3C074098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633415-4993-4AA8-B933-F2AFD02EC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E6F562-0C54-482E-A952-614E9A1A3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3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20D2DE-4EEB-4B4C-9D01-87170478F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0F2FBA-0496-47D1-BE45-D2405C13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4B886B-472B-492F-A10D-32526244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27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33BEC-C7B4-444F-B399-3F60A63D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859D7C-01E8-499E-B656-004918AA0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8A6C43-9DA6-434A-80F8-5998EC209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999C55-E93F-4028-84D2-C0B2DC48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0AB9B7-9CD0-4EA0-AC27-C3B60053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B26B6B-DA41-41C5-9553-AA25B44D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98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14EB6-4EDB-4C64-9B34-40026722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94CCF2-5041-449B-B2E6-95F283356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1E813B-C7C5-445D-B31B-379073DA6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1526FD-2FD8-4EEB-B459-7748967A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551098-1097-4BCC-B556-589F0A33F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BBE78-0CC4-4D5C-885B-461A43DEF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40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F12FC-A9D6-4697-BE37-53BB9965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D6FC52-C018-4453-A135-AD80CF3D7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F53676-C586-42D6-A9AD-4BB81021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532AE2-DE70-46C6-AFE3-7E34D14E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AF6E62-47E3-47B8-BF5A-49E9702F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62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3DE272-FA82-4D2D-AD6C-0FA88374E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2AA54F-7D11-412A-A1A6-40692A7A4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822B7-5C59-4C9A-97E1-BB638DE4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317B8B-28CC-4823-9689-099F4889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26335-EA31-401E-9C10-C6A5FEC57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42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A2F401-EECD-4C9B-922A-1AC11E77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C8D3DF-B442-46E1-8C90-BF333837A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FF7741-4E4A-4065-AD79-44540E36D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AF5FD-624D-4A6F-B0D2-1C6C40492B3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FF60EB-C29D-45BB-98BA-20A537FFE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FEEC67-8E67-49A7-BC03-CA8AA28B4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14C5-A817-4C0D-91CC-4F1ACD27A8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85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FEB9F-E8B7-46D7-9A6D-5C7675547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93475D-48A7-492C-960A-4462ABCE97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08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B3C17E-F4BD-48BA-B276-BC4002FD45E7}"/>
              </a:ext>
            </a:extLst>
          </p:cNvPr>
          <p:cNvSpPr/>
          <p:nvPr/>
        </p:nvSpPr>
        <p:spPr>
          <a:xfrm>
            <a:off x="806696" y="931984"/>
            <a:ext cx="1239714" cy="1143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动力电池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8D3EA2-D21D-4287-A7CB-C148A0EBC270}"/>
              </a:ext>
            </a:extLst>
          </p:cNvPr>
          <p:cNvSpPr/>
          <p:nvPr/>
        </p:nvSpPr>
        <p:spPr>
          <a:xfrm>
            <a:off x="2320630" y="721010"/>
            <a:ext cx="2772315" cy="57149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BE99FB-5A66-402E-9EB0-0A25EAD783EA}"/>
              </a:ext>
            </a:extLst>
          </p:cNvPr>
          <p:cNvSpPr/>
          <p:nvPr/>
        </p:nvSpPr>
        <p:spPr>
          <a:xfrm>
            <a:off x="7204566" y="931984"/>
            <a:ext cx="1239714" cy="1142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开关磁阻</a:t>
            </a:r>
            <a:endParaRPr lang="en-US" altLang="zh-CN" dirty="0"/>
          </a:p>
          <a:p>
            <a:pPr algn="ctr"/>
            <a:r>
              <a:rPr lang="zh-CN" altLang="en-US" dirty="0"/>
              <a:t>多合一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58ACC2-D96C-4E2E-A0BA-9EEE50299B5E}"/>
              </a:ext>
            </a:extLst>
          </p:cNvPr>
          <p:cNvSpPr/>
          <p:nvPr/>
        </p:nvSpPr>
        <p:spPr>
          <a:xfrm>
            <a:off x="7204566" y="3061946"/>
            <a:ext cx="1239714" cy="1143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永磁同步多合一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740BC73-790E-4431-896D-393107994341}"/>
              </a:ext>
            </a:extLst>
          </p:cNvPr>
          <p:cNvGrpSpPr/>
          <p:nvPr/>
        </p:nvGrpSpPr>
        <p:grpSpPr>
          <a:xfrm>
            <a:off x="2046410" y="1656142"/>
            <a:ext cx="2462360" cy="186336"/>
            <a:chOff x="2046410" y="1503486"/>
            <a:chExt cx="1451831" cy="167056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68F6B63-1B6C-4D37-95D7-3F41941DB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87965A2-59BE-4C70-8B7A-30994BFD1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E98195F-B5A4-4B2E-B8E1-5BED1111E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B4B88D99-DACA-48A1-889D-2710C2AB73B5}"/>
              </a:ext>
            </a:extLst>
          </p:cNvPr>
          <p:cNvSpPr/>
          <p:nvPr/>
        </p:nvSpPr>
        <p:spPr>
          <a:xfrm>
            <a:off x="819887" y="3061946"/>
            <a:ext cx="1239714" cy="1143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OBC</a:t>
            </a:r>
            <a:endParaRPr lang="zh-CN" altLang="en-US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EB8DA1B-8DDD-45AB-9E0B-30B21743F952}"/>
              </a:ext>
            </a:extLst>
          </p:cNvPr>
          <p:cNvCxnSpPr/>
          <p:nvPr/>
        </p:nvCxnSpPr>
        <p:spPr>
          <a:xfrm>
            <a:off x="8444280" y="1349620"/>
            <a:ext cx="145183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C64A8AC-75CF-4A02-BC8C-1AD28CE55B20}"/>
              </a:ext>
            </a:extLst>
          </p:cNvPr>
          <p:cNvCxnSpPr/>
          <p:nvPr/>
        </p:nvCxnSpPr>
        <p:spPr>
          <a:xfrm>
            <a:off x="8444280" y="1696919"/>
            <a:ext cx="14518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320764C-6120-4DD7-BBC4-BB1903917B42}"/>
              </a:ext>
            </a:extLst>
          </p:cNvPr>
          <p:cNvSpPr/>
          <p:nvPr/>
        </p:nvSpPr>
        <p:spPr>
          <a:xfrm>
            <a:off x="9896111" y="1041889"/>
            <a:ext cx="1239714" cy="9231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蓄电池</a:t>
            </a: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382133D6-D64E-4172-9A55-4CFDA76376F4}"/>
              </a:ext>
            </a:extLst>
          </p:cNvPr>
          <p:cNvCxnSpPr/>
          <p:nvPr/>
        </p:nvCxnSpPr>
        <p:spPr>
          <a:xfrm flipV="1">
            <a:off x="8431089" y="1965082"/>
            <a:ext cx="1771653" cy="1441938"/>
          </a:xfrm>
          <a:prstGeom prst="bentConnector3">
            <a:avLst>
              <a:gd name="adj1" fmla="val 10210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148D594A-6D33-486F-8F27-D8945DBA8804}"/>
              </a:ext>
            </a:extLst>
          </p:cNvPr>
          <p:cNvCxnSpPr/>
          <p:nvPr/>
        </p:nvCxnSpPr>
        <p:spPr>
          <a:xfrm flipV="1">
            <a:off x="8444280" y="1965082"/>
            <a:ext cx="2277208" cy="1776046"/>
          </a:xfrm>
          <a:prstGeom prst="bentConnector3">
            <a:avLst>
              <a:gd name="adj1" fmla="val 9980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EC7920DC-22C3-4CB8-B561-D47FB3E9CE2B}"/>
              </a:ext>
            </a:extLst>
          </p:cNvPr>
          <p:cNvSpPr txBox="1"/>
          <p:nvPr/>
        </p:nvSpPr>
        <p:spPr>
          <a:xfrm>
            <a:off x="3511432" y="313635"/>
            <a:ext cx="1594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BDU</a:t>
            </a:r>
            <a:endParaRPr lang="zh-CN" altLang="en-US" dirty="0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9FABF82-72D3-4A87-8FC2-F673BC0F5FD8}"/>
              </a:ext>
            </a:extLst>
          </p:cNvPr>
          <p:cNvGrpSpPr/>
          <p:nvPr/>
        </p:nvGrpSpPr>
        <p:grpSpPr>
          <a:xfrm>
            <a:off x="5752735" y="1041889"/>
            <a:ext cx="1451831" cy="167056"/>
            <a:chOff x="2046410" y="1503486"/>
            <a:chExt cx="1451831" cy="167056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F6A74248-4570-43A8-B520-A72163954F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76B307FA-A7BB-494D-B896-9DEB6D2E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D4508968-D7C5-44D7-ACB5-1EF6F91474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4064AC83-1EB0-468F-8E3F-21E084E952B9}"/>
              </a:ext>
            </a:extLst>
          </p:cNvPr>
          <p:cNvGrpSpPr/>
          <p:nvPr/>
        </p:nvGrpSpPr>
        <p:grpSpPr>
          <a:xfrm>
            <a:off x="5752735" y="1349620"/>
            <a:ext cx="1451831" cy="167056"/>
            <a:chOff x="2046410" y="1503486"/>
            <a:chExt cx="1451831" cy="167056"/>
          </a:xfrm>
        </p:grpSpPr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605C2618-2011-4331-82C3-894EDC965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9864041B-79A2-4C62-99DB-0B3E9EE5F9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49FE507E-EB98-498E-89D6-DAB0A573D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矩形 80">
            <a:extLst>
              <a:ext uri="{FF2B5EF4-FFF2-40B4-BE49-F238E27FC236}">
                <a16:creationId xmlns:a16="http://schemas.microsoft.com/office/drawing/2014/main" id="{5BA74FA6-8BE6-44A3-BF9C-E6A665E430C9}"/>
              </a:ext>
            </a:extLst>
          </p:cNvPr>
          <p:cNvSpPr/>
          <p:nvPr/>
        </p:nvSpPr>
        <p:spPr>
          <a:xfrm>
            <a:off x="6646244" y="1428705"/>
            <a:ext cx="297293" cy="15609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D3BF110B-0DB6-4168-B4C8-B32EEEB111E3}"/>
              </a:ext>
            </a:extLst>
          </p:cNvPr>
          <p:cNvCxnSpPr>
            <a:cxnSpLocks/>
          </p:cNvCxnSpPr>
          <p:nvPr/>
        </p:nvCxnSpPr>
        <p:spPr>
          <a:xfrm>
            <a:off x="2046410" y="1208943"/>
            <a:ext cx="37063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40AAFB2F-44EB-4FA0-BBFF-4934FEB3EF27}"/>
              </a:ext>
            </a:extLst>
          </p:cNvPr>
          <p:cNvCxnSpPr>
            <a:cxnSpLocks/>
          </p:cNvCxnSpPr>
          <p:nvPr/>
        </p:nvCxnSpPr>
        <p:spPr>
          <a:xfrm>
            <a:off x="4508770" y="1824405"/>
            <a:ext cx="270649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82F93E0-9AF9-4F59-871A-97B9D0C9C6EA}"/>
              </a:ext>
            </a:extLst>
          </p:cNvPr>
          <p:cNvCxnSpPr>
            <a:cxnSpLocks/>
          </p:cNvCxnSpPr>
          <p:nvPr/>
        </p:nvCxnSpPr>
        <p:spPr>
          <a:xfrm>
            <a:off x="5770319" y="1208943"/>
            <a:ext cx="0" cy="2989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E0042175-AA6D-429C-87FE-7D45535B02A2}"/>
              </a:ext>
            </a:extLst>
          </p:cNvPr>
          <p:cNvGrpSpPr/>
          <p:nvPr/>
        </p:nvGrpSpPr>
        <p:grpSpPr>
          <a:xfrm>
            <a:off x="5770319" y="3180639"/>
            <a:ext cx="1451831" cy="167056"/>
            <a:chOff x="2046410" y="1503486"/>
            <a:chExt cx="1451831" cy="167056"/>
          </a:xfrm>
        </p:grpSpPr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4DE00819-9787-464F-A568-61A2879ACE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3F4B63F-20DC-4882-8456-D4105262CB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22335F46-AD1F-47BA-9C12-513B37173F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D48ACECE-369D-4276-8E38-C8A5B49498CB}"/>
              </a:ext>
            </a:extLst>
          </p:cNvPr>
          <p:cNvGrpSpPr/>
          <p:nvPr/>
        </p:nvGrpSpPr>
        <p:grpSpPr>
          <a:xfrm>
            <a:off x="5770319" y="3488370"/>
            <a:ext cx="1451831" cy="167056"/>
            <a:chOff x="2046410" y="1503486"/>
            <a:chExt cx="1451831" cy="167056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E3E56C93-0B11-4A66-AA01-377099A5E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8974" y="1503486"/>
              <a:ext cx="378069" cy="16705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7CDB8507-1F41-4805-A030-B181DDD8E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46" y="1648563"/>
              <a:ext cx="756695" cy="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26EE834B-01C1-453F-B650-A1E9DA6DB3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6410" y="1670540"/>
              <a:ext cx="341799" cy="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矩形 102">
            <a:extLst>
              <a:ext uri="{FF2B5EF4-FFF2-40B4-BE49-F238E27FC236}">
                <a16:creationId xmlns:a16="http://schemas.microsoft.com/office/drawing/2014/main" id="{8CE03008-F68E-4C2A-972C-65BC82A08C0B}"/>
              </a:ext>
            </a:extLst>
          </p:cNvPr>
          <p:cNvSpPr/>
          <p:nvPr/>
        </p:nvSpPr>
        <p:spPr>
          <a:xfrm>
            <a:off x="6663828" y="3567455"/>
            <a:ext cx="297293" cy="156090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A3A7AE04-F197-4C13-994E-844C4D8A72C6}"/>
              </a:ext>
            </a:extLst>
          </p:cNvPr>
          <p:cNvCxnSpPr>
            <a:cxnSpLocks/>
          </p:cNvCxnSpPr>
          <p:nvPr/>
        </p:nvCxnSpPr>
        <p:spPr>
          <a:xfrm>
            <a:off x="5799260" y="3347693"/>
            <a:ext cx="0" cy="29893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99F7BE62-7DE7-4550-A890-7F12CA0EF82B}"/>
              </a:ext>
            </a:extLst>
          </p:cNvPr>
          <p:cNvCxnSpPr>
            <a:cxnSpLocks/>
          </p:cNvCxnSpPr>
          <p:nvPr/>
        </p:nvCxnSpPr>
        <p:spPr>
          <a:xfrm>
            <a:off x="4563208" y="3347693"/>
            <a:ext cx="128514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BAEE4AE4-1566-4129-AFBD-EA83D05CC6BC}"/>
              </a:ext>
            </a:extLst>
          </p:cNvPr>
          <p:cNvCxnSpPr>
            <a:cxnSpLocks/>
          </p:cNvCxnSpPr>
          <p:nvPr/>
        </p:nvCxnSpPr>
        <p:spPr>
          <a:xfrm>
            <a:off x="4079631" y="3958709"/>
            <a:ext cx="313563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41A91A3B-9A69-4924-BB32-E97EDDB8866B}"/>
              </a:ext>
            </a:extLst>
          </p:cNvPr>
          <p:cNvCxnSpPr>
            <a:cxnSpLocks/>
          </p:cNvCxnSpPr>
          <p:nvPr/>
        </p:nvCxnSpPr>
        <p:spPr>
          <a:xfrm>
            <a:off x="4108940" y="1815618"/>
            <a:ext cx="0" cy="444057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22C8AFDD-57C1-4AC5-8B46-726F0B64113A}"/>
              </a:ext>
            </a:extLst>
          </p:cNvPr>
          <p:cNvCxnSpPr>
            <a:cxnSpLocks/>
          </p:cNvCxnSpPr>
          <p:nvPr/>
        </p:nvCxnSpPr>
        <p:spPr>
          <a:xfrm>
            <a:off x="4563208" y="1239713"/>
            <a:ext cx="0" cy="464672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1FB025D8-E713-47A1-AE03-2B2988BED3D6}"/>
              </a:ext>
            </a:extLst>
          </p:cNvPr>
          <p:cNvCxnSpPr/>
          <p:nvPr/>
        </p:nvCxnSpPr>
        <p:spPr>
          <a:xfrm>
            <a:off x="2059601" y="3958709"/>
            <a:ext cx="224130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C3C17C1F-A79F-4949-B6C2-EE690954BFC4}"/>
              </a:ext>
            </a:extLst>
          </p:cNvPr>
          <p:cNvCxnSpPr>
            <a:cxnSpLocks/>
          </p:cNvCxnSpPr>
          <p:nvPr/>
        </p:nvCxnSpPr>
        <p:spPr>
          <a:xfrm>
            <a:off x="2046410" y="3338847"/>
            <a:ext cx="25167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C883D9A0-3F3D-47A8-BD3A-691FA3ADF679}"/>
              </a:ext>
            </a:extLst>
          </p:cNvPr>
          <p:cNvSpPr/>
          <p:nvPr/>
        </p:nvSpPr>
        <p:spPr>
          <a:xfrm>
            <a:off x="822380" y="4578571"/>
            <a:ext cx="1239714" cy="18573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快充</a:t>
            </a:r>
          </a:p>
        </p:txBody>
      </p: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0D2FA72D-35F3-47B0-9B49-913C9C86BF8E}"/>
              </a:ext>
            </a:extLst>
          </p:cNvPr>
          <p:cNvCxnSpPr>
            <a:cxnSpLocks/>
          </p:cNvCxnSpPr>
          <p:nvPr/>
        </p:nvCxnSpPr>
        <p:spPr>
          <a:xfrm>
            <a:off x="2079678" y="6256192"/>
            <a:ext cx="514247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979DA8CF-76E3-44BA-82D8-48E78E83AD4D}"/>
              </a:ext>
            </a:extLst>
          </p:cNvPr>
          <p:cNvCxnSpPr>
            <a:cxnSpLocks/>
          </p:cNvCxnSpPr>
          <p:nvPr/>
        </p:nvCxnSpPr>
        <p:spPr>
          <a:xfrm>
            <a:off x="2059601" y="5886434"/>
            <a:ext cx="515566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34E7C792-89A0-4626-A366-09451DD90ABF}"/>
              </a:ext>
            </a:extLst>
          </p:cNvPr>
          <p:cNvSpPr/>
          <p:nvPr/>
        </p:nvSpPr>
        <p:spPr>
          <a:xfrm>
            <a:off x="5550146" y="725567"/>
            <a:ext cx="3198195" cy="15319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A80780EA-446B-4DD8-953F-436F25D23597}"/>
              </a:ext>
            </a:extLst>
          </p:cNvPr>
          <p:cNvSpPr/>
          <p:nvPr/>
        </p:nvSpPr>
        <p:spPr>
          <a:xfrm>
            <a:off x="5565529" y="2834954"/>
            <a:ext cx="3198195" cy="153197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9ADA5F3-7496-4D3E-9E46-7452B69DB964}"/>
              </a:ext>
            </a:extLst>
          </p:cNvPr>
          <p:cNvSpPr/>
          <p:nvPr/>
        </p:nvSpPr>
        <p:spPr>
          <a:xfrm>
            <a:off x="7191375" y="4657744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制动电阻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2EC8DC9-57CB-4F31-9D37-3214539A648A}"/>
              </a:ext>
            </a:extLst>
          </p:cNvPr>
          <p:cNvSpPr/>
          <p:nvPr/>
        </p:nvSpPr>
        <p:spPr>
          <a:xfrm>
            <a:off x="7191375" y="5671034"/>
            <a:ext cx="1239714" cy="764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水冷机组</a:t>
            </a:r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85FAE1EF-EF62-4806-A264-5B3BC992F2B5}"/>
              </a:ext>
            </a:extLst>
          </p:cNvPr>
          <p:cNvCxnSpPr>
            <a:cxnSpLocks/>
          </p:cNvCxnSpPr>
          <p:nvPr/>
        </p:nvCxnSpPr>
        <p:spPr>
          <a:xfrm>
            <a:off x="4108940" y="5252892"/>
            <a:ext cx="30824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CB18AB94-ECEB-4D84-803E-5434A8E67A82}"/>
              </a:ext>
            </a:extLst>
          </p:cNvPr>
          <p:cNvCxnSpPr>
            <a:cxnSpLocks/>
          </p:cNvCxnSpPr>
          <p:nvPr/>
        </p:nvCxnSpPr>
        <p:spPr>
          <a:xfrm>
            <a:off x="4563208" y="4883134"/>
            <a:ext cx="26281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05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51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958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20</Words>
  <Application>Microsoft Office PowerPoint</Application>
  <PresentationFormat>宽屏</PresentationFormat>
  <Paragraphs>11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后华 井</dc:creator>
  <cp:lastModifiedBy>后华 井</cp:lastModifiedBy>
  <cp:revision>13</cp:revision>
  <dcterms:created xsi:type="dcterms:W3CDTF">2026-04-23T05:20:49Z</dcterms:created>
  <dcterms:modified xsi:type="dcterms:W3CDTF">2026-04-23T08:32:22Z</dcterms:modified>
</cp:coreProperties>
</file>